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F49D3-D503-4D73-B3DA-9BB0B9E0015B}" type="datetimeFigureOut">
              <a:rPr lang="ru-RU" smtClean="0"/>
              <a:t>15.04.2022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77D1-1E0D-4690-A058-581EA5724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7934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F49D3-D503-4D73-B3DA-9BB0B9E0015B}" type="datetimeFigureOut">
              <a:rPr lang="ru-RU" smtClean="0"/>
              <a:t>15.04.2022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77D1-1E0D-4690-A058-581EA5724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5372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F49D3-D503-4D73-B3DA-9BB0B9E0015B}" type="datetimeFigureOut">
              <a:rPr lang="ru-RU" smtClean="0"/>
              <a:t>15.04.2022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77D1-1E0D-4690-A058-581EA5724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3968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F49D3-D503-4D73-B3DA-9BB0B9E0015B}" type="datetimeFigureOut">
              <a:rPr lang="ru-RU" smtClean="0"/>
              <a:t>15.04.2022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77D1-1E0D-4690-A058-581EA5724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039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F49D3-D503-4D73-B3DA-9BB0B9E0015B}" type="datetimeFigureOut">
              <a:rPr lang="ru-RU" smtClean="0"/>
              <a:t>15.04.2022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77D1-1E0D-4690-A058-581EA5724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740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F49D3-D503-4D73-B3DA-9BB0B9E0015B}" type="datetimeFigureOut">
              <a:rPr lang="ru-RU" smtClean="0"/>
              <a:t>15.04.2022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77D1-1E0D-4690-A058-581EA5724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4160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F49D3-D503-4D73-B3DA-9BB0B9E0015B}" type="datetimeFigureOut">
              <a:rPr lang="ru-RU" smtClean="0"/>
              <a:t>15.04.2022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77D1-1E0D-4690-A058-581EA5724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8410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F49D3-D503-4D73-B3DA-9BB0B9E0015B}" type="datetimeFigureOut">
              <a:rPr lang="ru-RU" smtClean="0"/>
              <a:t>15.04.2022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77D1-1E0D-4690-A058-581EA5724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9374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F49D3-D503-4D73-B3DA-9BB0B9E0015B}" type="datetimeFigureOut">
              <a:rPr lang="ru-RU" smtClean="0"/>
              <a:t>15.04.2022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77D1-1E0D-4690-A058-581EA5724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8794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F49D3-D503-4D73-B3DA-9BB0B9E0015B}" type="datetimeFigureOut">
              <a:rPr lang="ru-RU" smtClean="0"/>
              <a:t>15.04.2022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77D1-1E0D-4690-A058-581EA5724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6872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F49D3-D503-4D73-B3DA-9BB0B9E0015B}" type="datetimeFigureOut">
              <a:rPr lang="ru-RU" smtClean="0"/>
              <a:t>15.04.2022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77D1-1E0D-4690-A058-581EA5724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445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F49D3-D503-4D73-B3DA-9BB0B9E0015B}" type="datetimeFigureOut">
              <a:rPr lang="ru-RU" smtClean="0"/>
              <a:t>15.04.2022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4A77D1-1E0D-4690-A058-581EA5724B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6007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iagBrick">
          <a:fgClr>
            <a:srgbClr val="FFFF00"/>
          </a:fgClr>
          <a:bgClr>
            <a:srgbClr val="92D050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 rot="538594">
            <a:off x="1593244" y="-206473"/>
            <a:ext cx="9152159" cy="1833422"/>
          </a:xfrm>
        </p:spPr>
        <p:txBody>
          <a:bodyPr>
            <a:normAutofit/>
          </a:bodyPr>
          <a:lstStyle/>
          <a:p>
            <a:r>
              <a:rPr lang="ru-RU" sz="8800" dirty="0" smtClean="0">
                <a:latin typeface="Arial" panose="020B0604020202020204" pitchFamily="34" charset="0"/>
                <a:cs typeface="Arial" panose="020B0604020202020204" pitchFamily="34" charset="0"/>
              </a:rPr>
              <a:t>Проект</a:t>
            </a:r>
            <a:endParaRPr lang="ru-RU" sz="8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 rot="21406090">
            <a:off x="1597324" y="2007797"/>
            <a:ext cx="9144000" cy="2842404"/>
          </a:xfrm>
        </p:spPr>
        <p:txBody>
          <a:bodyPr/>
          <a:lstStyle/>
          <a:p>
            <a:pPr algn="l"/>
            <a:r>
              <a:rPr lang="ru-RU" b="1" u="sng" dirty="0" smtClean="0"/>
              <a:t>П. И. Бычков </a:t>
            </a:r>
          </a:p>
          <a:p>
            <a:pPr algn="l"/>
            <a:r>
              <a:rPr lang="ru-RU" b="1" i="1" u="sng" dirty="0" smtClean="0"/>
              <a:t>О себе:</a:t>
            </a:r>
          </a:p>
          <a:p>
            <a:pPr algn="l"/>
            <a:r>
              <a:rPr lang="ru-RU" dirty="0" smtClean="0"/>
              <a:t>Ученик 8 </a:t>
            </a:r>
            <a:r>
              <a:rPr lang="ru-RU" dirty="0" smtClean="0"/>
              <a:t>класса;</a:t>
            </a:r>
          </a:p>
          <a:p>
            <a:pPr algn="l"/>
            <a:r>
              <a:rPr lang="ru-RU" dirty="0" smtClean="0"/>
              <a:t>Возраст: 14 лет;  </a:t>
            </a:r>
          </a:p>
          <a:p>
            <a:pPr algn="l"/>
            <a:r>
              <a:rPr lang="ru-RU" dirty="0" smtClean="0"/>
              <a:t>Пол: мужской;</a:t>
            </a:r>
            <a:endParaRPr lang="ru-RU" dirty="0" smtClean="0"/>
          </a:p>
          <a:p>
            <a:pPr algn="l"/>
            <a:r>
              <a:rPr lang="ru-RU" dirty="0" smtClean="0"/>
              <a:t>Учу язык программирования </a:t>
            </a:r>
            <a:r>
              <a:rPr lang="ru-RU" dirty="0" err="1" smtClean="0"/>
              <a:t>котлин</a:t>
            </a:r>
            <a:r>
              <a:rPr lang="ru-RU" dirty="0" smtClean="0"/>
              <a:t>.</a:t>
            </a:r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48" y="5257800"/>
            <a:ext cx="12045352" cy="16001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24000" cy="68580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48870" cy="64887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525539" y="2695518"/>
            <a:ext cx="6361979" cy="97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970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2000">
              <a:schemeClr val="tx1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690688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ПРО ПРОЕКТ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8408" y="1802921"/>
            <a:ext cx="6202392" cy="4374042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>
                <a:solidFill>
                  <a:schemeClr val="bg1"/>
                </a:solidFill>
              </a:rPr>
              <a:t>В этом проекте</a:t>
            </a:r>
            <a:r>
              <a:rPr lang="ru-RU" dirty="0"/>
              <a:t> </a:t>
            </a:r>
            <a:r>
              <a:rPr lang="ru-RU" dirty="0" smtClean="0">
                <a:solidFill>
                  <a:schemeClr val="bg1"/>
                </a:solidFill>
              </a:rPr>
              <a:t>я создал </a:t>
            </a:r>
            <a:r>
              <a:rPr lang="ru-RU" dirty="0" err="1" smtClean="0">
                <a:solidFill>
                  <a:schemeClr val="bg1"/>
                </a:solidFill>
              </a:rPr>
              <a:t>кликер</a:t>
            </a:r>
            <a:r>
              <a:rPr lang="ru-RU" dirty="0" smtClean="0">
                <a:solidFill>
                  <a:schemeClr val="bg1"/>
                </a:solidFill>
              </a:rPr>
              <a:t>. </a:t>
            </a:r>
            <a:r>
              <a:rPr lang="ru-RU" dirty="0" smtClean="0"/>
              <a:t>я </a:t>
            </a:r>
            <a:r>
              <a:rPr lang="ru-RU" dirty="0" smtClean="0"/>
              <a:t>создал.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67541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39</Words>
  <Application>Microsoft Office PowerPoint</Application>
  <PresentationFormat>Широкоэкранный</PresentationFormat>
  <Paragraphs>10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Проект</vt:lpstr>
      <vt:lpstr>ПРО ПРОЕКТ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Прокт</dc:title>
  <dc:creator>User</dc:creator>
  <cp:lastModifiedBy>User</cp:lastModifiedBy>
  <cp:revision>6</cp:revision>
  <dcterms:created xsi:type="dcterms:W3CDTF">2022-04-15T02:03:00Z</dcterms:created>
  <dcterms:modified xsi:type="dcterms:W3CDTF">2022-04-15T02:53:59Z</dcterms:modified>
</cp:coreProperties>
</file>